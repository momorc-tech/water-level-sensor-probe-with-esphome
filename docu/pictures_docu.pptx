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7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5391" autoAdjust="0"/>
  </p:normalViewPr>
  <p:slideViewPr>
    <p:cSldViewPr snapToGrid="0">
      <p:cViewPr>
        <p:scale>
          <a:sx n="190" d="100"/>
          <a:sy n="190" d="100"/>
        </p:scale>
        <p:origin x="-3912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53456-BF7A-E413-8904-3E48D599C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B60C7C-DA58-607F-99F0-5D9A778A6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46970B-FAC2-BAB6-B37D-B3301085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97E6-54B8-4AF4-B053-BBD2A788A790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566FCA-5F59-8FBD-59BB-ECC2AC74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E4CB00-E557-8FC3-5749-37CE1B777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B7087-B628-4155-A678-CA9C9C8E32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79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322C304-A06B-2366-11C2-8400AF50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F34CB0-C4D3-9D9A-49F7-C15C97179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DBA45A-2C5F-B43E-F621-2399B99B1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997E6-54B8-4AF4-B053-BBD2A788A790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509CEE-2970-6813-F0FB-E6F548530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1C1034-EA14-E289-8B35-261F02671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B7087-B628-4155-A678-CA9C9C8E32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62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ussdiagramm: Vordefinierter Prozess 13">
            <a:extLst>
              <a:ext uri="{FF2B5EF4-FFF2-40B4-BE49-F238E27FC236}">
                <a16:creationId xmlns:a16="http://schemas.microsoft.com/office/drawing/2014/main" id="{7E55D630-69FD-3084-8F5C-F6AD1F4C3A89}"/>
              </a:ext>
            </a:extLst>
          </p:cNvPr>
          <p:cNvSpPr/>
          <p:nvPr/>
        </p:nvSpPr>
        <p:spPr>
          <a:xfrm>
            <a:off x="1863556" y="2446468"/>
            <a:ext cx="1171852" cy="3959440"/>
          </a:xfrm>
          <a:prstGeom prst="flowChartPredefined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BEFC07F-80F7-8486-4925-75BCA0FFFD0A}"/>
              </a:ext>
            </a:extLst>
          </p:cNvPr>
          <p:cNvSpPr/>
          <p:nvPr/>
        </p:nvSpPr>
        <p:spPr>
          <a:xfrm>
            <a:off x="1990958" y="2977699"/>
            <a:ext cx="894265" cy="3428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87DBB01C-9936-3A54-FC4F-ED9BCC85D39E}"/>
              </a:ext>
            </a:extLst>
          </p:cNvPr>
          <p:cNvSpPr/>
          <p:nvPr/>
        </p:nvSpPr>
        <p:spPr>
          <a:xfrm rot="16200000">
            <a:off x="1759966" y="4879735"/>
            <a:ext cx="1019361" cy="20702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Pump1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3395C2F-DE81-E13A-77D0-C8193A72487E}"/>
              </a:ext>
            </a:extLst>
          </p:cNvPr>
          <p:cNvSpPr/>
          <p:nvPr/>
        </p:nvSpPr>
        <p:spPr>
          <a:xfrm rot="16200000">
            <a:off x="1951453" y="3699251"/>
            <a:ext cx="1019361" cy="20702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Pump2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160AD8B-BBB3-86A5-AA13-F74AAD4357E8}"/>
              </a:ext>
            </a:extLst>
          </p:cNvPr>
          <p:cNvCxnSpPr>
            <a:cxnSpLocks/>
          </p:cNvCxnSpPr>
          <p:nvPr/>
        </p:nvCxnSpPr>
        <p:spPr>
          <a:xfrm>
            <a:off x="363475" y="1896052"/>
            <a:ext cx="3178206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2889573-5400-5BF1-36A2-5F55BC0945C2}"/>
              </a:ext>
            </a:extLst>
          </p:cNvPr>
          <p:cNvCxnSpPr>
            <a:cxnSpLocks/>
          </p:cNvCxnSpPr>
          <p:nvPr/>
        </p:nvCxnSpPr>
        <p:spPr>
          <a:xfrm>
            <a:off x="903225" y="2490856"/>
            <a:ext cx="0" cy="374471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76D3D5E-084D-37C2-FC5C-0385F2BF1525}"/>
              </a:ext>
            </a:extLst>
          </p:cNvPr>
          <p:cNvSpPr/>
          <p:nvPr/>
        </p:nvSpPr>
        <p:spPr>
          <a:xfrm rot="16200000">
            <a:off x="2401395" y="5856047"/>
            <a:ext cx="602571" cy="15647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/>
              <a:t>Probe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84460AA-9139-3F0D-B61B-24A932F2DCD9}"/>
              </a:ext>
            </a:extLst>
          </p:cNvPr>
          <p:cNvCxnSpPr>
            <a:cxnSpLocks/>
            <a:stCxn id="15" idx="3"/>
          </p:cNvCxnSpPr>
          <p:nvPr/>
        </p:nvCxnSpPr>
        <p:spPr>
          <a:xfrm flipH="1" flipV="1">
            <a:off x="2268229" y="2440118"/>
            <a:ext cx="1418" cy="2033448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headEnd type="none"/>
            <a:tailEnd type="oval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1396EF3C-CB72-C347-E2B9-9608B4A56EF2}"/>
              </a:ext>
            </a:extLst>
          </p:cNvPr>
          <p:cNvCxnSpPr>
            <a:cxnSpLocks/>
            <a:endCxn id="14" idx="0"/>
          </p:cNvCxnSpPr>
          <p:nvPr/>
        </p:nvCxnSpPr>
        <p:spPr>
          <a:xfrm flipH="1" flipV="1">
            <a:off x="2449482" y="2446468"/>
            <a:ext cx="11834" cy="841529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oval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CC396514-99FB-6696-E304-CF3FA20D2E8D}"/>
              </a:ext>
            </a:extLst>
          </p:cNvPr>
          <p:cNvSpPr/>
          <p:nvPr/>
        </p:nvSpPr>
        <p:spPr>
          <a:xfrm>
            <a:off x="2679068" y="2446468"/>
            <a:ext cx="61770" cy="3195961"/>
          </a:xfrm>
          <a:custGeom>
            <a:avLst/>
            <a:gdLst>
              <a:gd name="connsiteX0" fmla="*/ 1234 w 72256"/>
              <a:gd name="connsiteY0" fmla="*/ 3151573 h 3151573"/>
              <a:gd name="connsiteX1" fmla="*/ 10112 w 72256"/>
              <a:gd name="connsiteY1" fmla="*/ 2849732 h 3151573"/>
              <a:gd name="connsiteX2" fmla="*/ 36745 w 72256"/>
              <a:gd name="connsiteY2" fmla="*/ 2654423 h 3151573"/>
              <a:gd name="connsiteX3" fmla="*/ 54500 w 72256"/>
              <a:gd name="connsiteY3" fmla="*/ 2494625 h 3151573"/>
              <a:gd name="connsiteX4" fmla="*/ 36745 w 72256"/>
              <a:gd name="connsiteY4" fmla="*/ 2015231 h 3151573"/>
              <a:gd name="connsiteX5" fmla="*/ 54500 w 72256"/>
              <a:gd name="connsiteY5" fmla="*/ 1491449 h 3151573"/>
              <a:gd name="connsiteX6" fmla="*/ 72256 w 72256"/>
              <a:gd name="connsiteY6" fmla="*/ 1118587 h 3151573"/>
              <a:gd name="connsiteX7" fmla="*/ 45623 w 72256"/>
              <a:gd name="connsiteY7" fmla="*/ 781235 h 3151573"/>
              <a:gd name="connsiteX8" fmla="*/ 18990 w 72256"/>
              <a:gd name="connsiteY8" fmla="*/ 603682 h 3151573"/>
              <a:gd name="connsiteX9" fmla="*/ 1234 w 72256"/>
              <a:gd name="connsiteY9" fmla="*/ 541538 h 3151573"/>
              <a:gd name="connsiteX10" fmla="*/ 1234 w 72256"/>
              <a:gd name="connsiteY10" fmla="*/ 0 h 3151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2256" h="3151573">
                <a:moveTo>
                  <a:pt x="1234" y="3151573"/>
                </a:moveTo>
                <a:cubicBezTo>
                  <a:pt x="4193" y="3050959"/>
                  <a:pt x="5643" y="2950290"/>
                  <a:pt x="10112" y="2849732"/>
                </a:cubicBezTo>
                <a:cubicBezTo>
                  <a:pt x="15707" y="2723842"/>
                  <a:pt x="19498" y="2779465"/>
                  <a:pt x="36745" y="2654423"/>
                </a:cubicBezTo>
                <a:cubicBezTo>
                  <a:pt x="44068" y="2601332"/>
                  <a:pt x="48582" y="2547891"/>
                  <a:pt x="54500" y="2494625"/>
                </a:cubicBezTo>
                <a:cubicBezTo>
                  <a:pt x="48557" y="2369819"/>
                  <a:pt x="35602" y="2120355"/>
                  <a:pt x="36745" y="2015231"/>
                </a:cubicBezTo>
                <a:cubicBezTo>
                  <a:pt x="38644" y="1840547"/>
                  <a:pt x="49043" y="1666058"/>
                  <a:pt x="54500" y="1491449"/>
                </a:cubicBezTo>
                <a:cubicBezTo>
                  <a:pt x="65505" y="1139296"/>
                  <a:pt x="41659" y="1271563"/>
                  <a:pt x="72256" y="1118587"/>
                </a:cubicBezTo>
                <a:cubicBezTo>
                  <a:pt x="63378" y="1006136"/>
                  <a:pt x="57230" y="893437"/>
                  <a:pt x="45623" y="781235"/>
                </a:cubicBezTo>
                <a:cubicBezTo>
                  <a:pt x="39465" y="721706"/>
                  <a:pt x="29244" y="662643"/>
                  <a:pt x="18990" y="603682"/>
                </a:cubicBezTo>
                <a:cubicBezTo>
                  <a:pt x="14465" y="577662"/>
                  <a:pt x="1676" y="570237"/>
                  <a:pt x="1234" y="541538"/>
                </a:cubicBezTo>
                <a:cubicBezTo>
                  <a:pt x="-1543" y="361047"/>
                  <a:pt x="1234" y="180513"/>
                  <a:pt x="1234" y="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  <a:tailEnd type="oval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45BE2B56-3B02-1634-6700-8D5B2768F1AD}"/>
              </a:ext>
            </a:extLst>
          </p:cNvPr>
          <p:cNvSpPr/>
          <p:nvPr/>
        </p:nvSpPr>
        <p:spPr>
          <a:xfrm>
            <a:off x="1863556" y="2446468"/>
            <a:ext cx="150180" cy="395943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2E9CAFA-DFEE-002B-7991-1139EE4980ED}"/>
              </a:ext>
            </a:extLst>
          </p:cNvPr>
          <p:cNvSpPr/>
          <p:nvPr/>
        </p:nvSpPr>
        <p:spPr>
          <a:xfrm>
            <a:off x="2885229" y="2446468"/>
            <a:ext cx="150180" cy="395943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537FDFA-A31E-E3B3-C2F3-696DF9CD5C84}"/>
              </a:ext>
            </a:extLst>
          </p:cNvPr>
          <p:cNvCxnSpPr>
            <a:cxnSpLocks/>
          </p:cNvCxnSpPr>
          <p:nvPr/>
        </p:nvCxnSpPr>
        <p:spPr>
          <a:xfrm flipH="1">
            <a:off x="559923" y="2440118"/>
            <a:ext cx="2939406" cy="6350"/>
          </a:xfrm>
          <a:prstGeom prst="line">
            <a:avLst/>
          </a:prstGeom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D5F96EA-7E35-C7C5-A293-85AD8D5539D9}"/>
              </a:ext>
            </a:extLst>
          </p:cNvPr>
          <p:cNvCxnSpPr>
            <a:cxnSpLocks/>
          </p:cNvCxnSpPr>
          <p:nvPr/>
        </p:nvCxnSpPr>
        <p:spPr>
          <a:xfrm flipH="1">
            <a:off x="1333979" y="4329575"/>
            <a:ext cx="1911350" cy="1920"/>
          </a:xfrm>
          <a:prstGeom prst="line">
            <a:avLst/>
          </a:prstGeom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0B47D995-76C8-F22D-071F-37CA7ECC53CB}"/>
              </a:ext>
            </a:extLst>
          </p:cNvPr>
          <p:cNvCxnSpPr>
            <a:cxnSpLocks/>
          </p:cNvCxnSpPr>
          <p:nvPr/>
        </p:nvCxnSpPr>
        <p:spPr>
          <a:xfrm flipH="1">
            <a:off x="1076339" y="5510057"/>
            <a:ext cx="2374345" cy="1921"/>
          </a:xfrm>
          <a:prstGeom prst="line">
            <a:avLst/>
          </a:prstGeom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BA5ED7F5-F53B-DCEB-8279-49A69517303C}"/>
              </a:ext>
            </a:extLst>
          </p:cNvPr>
          <p:cNvCxnSpPr>
            <a:cxnSpLocks/>
          </p:cNvCxnSpPr>
          <p:nvPr/>
        </p:nvCxnSpPr>
        <p:spPr>
          <a:xfrm flipH="1" flipV="1">
            <a:off x="2829031" y="2976098"/>
            <a:ext cx="765548" cy="1601"/>
          </a:xfrm>
          <a:prstGeom prst="line">
            <a:avLst/>
          </a:prstGeom>
          <a:ln w="22225" cap="flat" cmpd="sng" algn="ctr">
            <a:solidFill>
              <a:schemeClr val="tx2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28EEAAA-CE62-D659-EC49-826B14DE9BAE}"/>
              </a:ext>
            </a:extLst>
          </p:cNvPr>
          <p:cNvCxnSpPr>
            <a:cxnSpLocks/>
          </p:cNvCxnSpPr>
          <p:nvPr/>
        </p:nvCxnSpPr>
        <p:spPr>
          <a:xfrm flipH="1">
            <a:off x="832329" y="6252698"/>
            <a:ext cx="1809410" cy="0"/>
          </a:xfrm>
          <a:prstGeom prst="line">
            <a:avLst/>
          </a:prstGeom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33F233CC-5306-1057-F757-16B1C3BA16D1}"/>
              </a:ext>
            </a:extLst>
          </p:cNvPr>
          <p:cNvCxnSpPr>
            <a:cxnSpLocks/>
          </p:cNvCxnSpPr>
          <p:nvPr/>
        </p:nvCxnSpPr>
        <p:spPr>
          <a:xfrm>
            <a:off x="1150875" y="2490856"/>
            <a:ext cx="0" cy="300842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173A349C-60ED-281F-A94E-3A89811174B7}"/>
              </a:ext>
            </a:extLst>
          </p:cNvPr>
          <p:cNvCxnSpPr>
            <a:cxnSpLocks/>
          </p:cNvCxnSpPr>
          <p:nvPr/>
        </p:nvCxnSpPr>
        <p:spPr>
          <a:xfrm>
            <a:off x="1392175" y="2503556"/>
            <a:ext cx="0" cy="178983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3B65B86B-7B72-7148-BDF0-95CCC36CD7C0}"/>
              </a:ext>
            </a:extLst>
          </p:cNvPr>
          <p:cNvSpPr txBox="1"/>
          <p:nvPr/>
        </p:nvSpPr>
        <p:spPr>
          <a:xfrm>
            <a:off x="289331" y="1708439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/>
              <a:t>Ground Level (Surface)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793C82AA-C389-482F-A1C8-6633A63787C4}"/>
              </a:ext>
            </a:extLst>
          </p:cNvPr>
          <p:cNvCxnSpPr>
            <a:cxnSpLocks/>
          </p:cNvCxnSpPr>
          <p:nvPr/>
        </p:nvCxnSpPr>
        <p:spPr>
          <a:xfrm>
            <a:off x="1926592" y="1924966"/>
            <a:ext cx="0" cy="5024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0376BB6F-BAEC-F321-8DA9-315F676FF9BF}"/>
              </a:ext>
            </a:extLst>
          </p:cNvPr>
          <p:cNvSpPr txBox="1"/>
          <p:nvPr/>
        </p:nvSpPr>
        <p:spPr>
          <a:xfrm>
            <a:off x="420677" y="1990703"/>
            <a:ext cx="15488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/>
              <a:t>cfg_surface_to_well_head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F7C37611-A5EF-6267-913D-BAE29B4E2014}"/>
              </a:ext>
            </a:extLst>
          </p:cNvPr>
          <p:cNvSpPr txBox="1"/>
          <p:nvPr/>
        </p:nvSpPr>
        <p:spPr>
          <a:xfrm rot="16200000">
            <a:off x="350242" y="4065216"/>
            <a:ext cx="12346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/>
              <a:t>cfg_head_to_sensor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D5853FEB-6D63-0959-848A-C1B00E7726E7}"/>
              </a:ext>
            </a:extLst>
          </p:cNvPr>
          <p:cNvSpPr txBox="1"/>
          <p:nvPr/>
        </p:nvSpPr>
        <p:spPr>
          <a:xfrm rot="16200000">
            <a:off x="600174" y="3250680"/>
            <a:ext cx="12410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/>
              <a:t>cfg_head_to_pump1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277368C6-0A04-B04B-A05D-91701EF3840A}"/>
              </a:ext>
            </a:extLst>
          </p:cNvPr>
          <p:cNvSpPr txBox="1"/>
          <p:nvPr/>
        </p:nvSpPr>
        <p:spPr>
          <a:xfrm rot="16200000">
            <a:off x="846839" y="3245476"/>
            <a:ext cx="12410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/>
              <a:t>cfg_head_to_pump2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826241CF-C482-C855-65F1-CCD3BD2397F0}"/>
              </a:ext>
            </a:extLst>
          </p:cNvPr>
          <p:cNvSpPr txBox="1"/>
          <p:nvPr/>
        </p:nvSpPr>
        <p:spPr>
          <a:xfrm>
            <a:off x="3379418" y="2573156"/>
            <a:ext cx="14863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Water_depth_from_head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E0420E7-4550-A7EA-7C3D-BBD5AA0CFE18}"/>
              </a:ext>
            </a:extLst>
          </p:cNvPr>
          <p:cNvSpPr txBox="1"/>
          <p:nvPr/>
        </p:nvSpPr>
        <p:spPr>
          <a:xfrm>
            <a:off x="477953" y="2280199"/>
            <a:ext cx="6447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Well Head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7266182D-A8F3-A8CE-A9E9-66D46511CF18}"/>
              </a:ext>
            </a:extLst>
          </p:cNvPr>
          <p:cNvCxnSpPr>
            <a:cxnSpLocks/>
          </p:cNvCxnSpPr>
          <p:nvPr/>
        </p:nvCxnSpPr>
        <p:spPr>
          <a:xfrm>
            <a:off x="3391379" y="2446468"/>
            <a:ext cx="0" cy="50245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470CBB13-AD37-AED2-CEFD-122B7C688FF1}"/>
              </a:ext>
            </a:extLst>
          </p:cNvPr>
          <p:cNvCxnSpPr>
            <a:cxnSpLocks/>
          </p:cNvCxnSpPr>
          <p:nvPr/>
        </p:nvCxnSpPr>
        <p:spPr>
          <a:xfrm>
            <a:off x="3162779" y="1924966"/>
            <a:ext cx="0" cy="10239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46A1F4CB-9174-D57B-3779-334B50BED0DB}"/>
              </a:ext>
            </a:extLst>
          </p:cNvPr>
          <p:cNvSpPr txBox="1"/>
          <p:nvPr/>
        </p:nvSpPr>
        <p:spPr>
          <a:xfrm>
            <a:off x="3133415" y="2103077"/>
            <a:ext cx="1624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Water_depth_from_surface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9D9465B7-3748-20E0-E281-9C5220561F8B}"/>
              </a:ext>
            </a:extLst>
          </p:cNvPr>
          <p:cNvCxnSpPr>
            <a:cxnSpLocks/>
          </p:cNvCxnSpPr>
          <p:nvPr/>
        </p:nvCxnSpPr>
        <p:spPr>
          <a:xfrm>
            <a:off x="3156429" y="3001498"/>
            <a:ext cx="0" cy="129127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09A797F0-7B92-60A5-C211-5FDA9C80A64F}"/>
              </a:ext>
            </a:extLst>
          </p:cNvPr>
          <p:cNvCxnSpPr>
            <a:cxnSpLocks/>
          </p:cNvCxnSpPr>
          <p:nvPr/>
        </p:nvCxnSpPr>
        <p:spPr>
          <a:xfrm>
            <a:off x="3397729" y="3001498"/>
            <a:ext cx="0" cy="244284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4F4AD054-1B66-03F2-1966-64EBA7331AE1}"/>
              </a:ext>
            </a:extLst>
          </p:cNvPr>
          <p:cNvSpPr txBox="1"/>
          <p:nvPr/>
        </p:nvSpPr>
        <p:spPr>
          <a:xfrm rot="16200000">
            <a:off x="2867158" y="4231324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Water_over_pump1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4EC7218-D8DC-DD8D-4B43-C8E6EBB9D5E7}"/>
              </a:ext>
            </a:extLst>
          </p:cNvPr>
          <p:cNvSpPr txBox="1"/>
          <p:nvPr/>
        </p:nvSpPr>
        <p:spPr>
          <a:xfrm rot="16200000">
            <a:off x="2624648" y="3522994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Water_over_pump2</a:t>
            </a:r>
          </a:p>
        </p:txBody>
      </p:sp>
      <p:sp>
        <p:nvSpPr>
          <p:cNvPr id="81" name="Flussdiagramm: Vordefinierter Prozess 80">
            <a:extLst>
              <a:ext uri="{FF2B5EF4-FFF2-40B4-BE49-F238E27FC236}">
                <a16:creationId xmlns:a16="http://schemas.microsoft.com/office/drawing/2014/main" id="{4DEB9B46-0BC2-BB04-7FCB-450BD8850D9F}"/>
              </a:ext>
            </a:extLst>
          </p:cNvPr>
          <p:cNvSpPr/>
          <p:nvPr/>
        </p:nvSpPr>
        <p:spPr>
          <a:xfrm>
            <a:off x="2004756" y="1821461"/>
            <a:ext cx="929423" cy="56041"/>
          </a:xfrm>
          <a:prstGeom prst="flowChartPredefined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2C34CF68-F7FE-D541-E13D-DB05648519B0}"/>
              </a:ext>
            </a:extLst>
          </p:cNvPr>
          <p:cNvSpPr/>
          <p:nvPr/>
        </p:nvSpPr>
        <p:spPr>
          <a:xfrm>
            <a:off x="4816551" y="2296861"/>
            <a:ext cx="7351282" cy="2717363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B2E7230-38FB-3E2C-4A77-D284706F0415}"/>
              </a:ext>
            </a:extLst>
          </p:cNvPr>
          <p:cNvSpPr/>
          <p:nvPr/>
        </p:nvSpPr>
        <p:spPr>
          <a:xfrm>
            <a:off x="5070862" y="2643657"/>
            <a:ext cx="1007586" cy="1537945"/>
          </a:xfrm>
          <a:prstGeom prst="roundRect">
            <a:avLst>
              <a:gd name="adj" fmla="val 662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ESP8266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8D219EA-BF3A-551D-FDC8-1F66441B13E1}"/>
              </a:ext>
            </a:extLst>
          </p:cNvPr>
          <p:cNvSpPr/>
          <p:nvPr/>
        </p:nvSpPr>
        <p:spPr>
          <a:xfrm>
            <a:off x="6751401" y="3289300"/>
            <a:ext cx="1007586" cy="900575"/>
          </a:xfrm>
          <a:prstGeom prst="roundRect">
            <a:avLst>
              <a:gd name="adj" fmla="val 662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Relay    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48DEE94-42D9-AE7F-7B4E-E6DA79FD034C}"/>
              </a:ext>
            </a:extLst>
          </p:cNvPr>
          <p:cNvSpPr/>
          <p:nvPr/>
        </p:nvSpPr>
        <p:spPr>
          <a:xfrm>
            <a:off x="8586150" y="3307873"/>
            <a:ext cx="1007586" cy="900575"/>
          </a:xfrm>
          <a:prstGeom prst="roundRect">
            <a:avLst>
              <a:gd name="adj" fmla="val 662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Boost</a:t>
            </a:r>
            <a:br>
              <a:rPr lang="de-DE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de-DE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5V</a:t>
            </a:r>
            <a:r>
              <a:rPr lang="de-DE" sz="1050" dirty="0">
                <a:solidFill>
                  <a:schemeClr val="tx2">
                    <a:lumMod val="90000"/>
                    <a:lumOff val="1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05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24V</a:t>
            </a:r>
            <a:endParaRPr lang="de-DE" sz="1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44908A-3E97-FC37-8F58-77A3CD89AD10}"/>
              </a:ext>
            </a:extLst>
          </p:cNvPr>
          <p:cNvSpPr txBox="1"/>
          <p:nvPr/>
        </p:nvSpPr>
        <p:spPr>
          <a:xfrm rot="16200000">
            <a:off x="8635931" y="4086943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latin typeface="Material Design Icons" panose="02000503000000000000" pitchFamily="2" charset="0"/>
              </a:rPr>
              <a:t>󰁏 </a:t>
            </a:r>
            <a:endParaRPr lang="de-DE" sz="18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F206528-1223-D2A5-E1D1-4A87564DE22A}"/>
              </a:ext>
            </a:extLst>
          </p:cNvPr>
          <p:cNvSpPr txBox="1"/>
          <p:nvPr/>
        </p:nvSpPr>
        <p:spPr>
          <a:xfrm rot="16200000">
            <a:off x="6852076" y="4063497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latin typeface="Material Design Icons" panose="02000503000000000000" pitchFamily="2" charset="0"/>
              </a:rPr>
              <a:t>󰁏 </a:t>
            </a:r>
            <a:endParaRPr lang="de-DE" sz="18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929B166-1806-E47F-B388-08E25B5AE26E}"/>
              </a:ext>
            </a:extLst>
          </p:cNvPr>
          <p:cNvSpPr txBox="1"/>
          <p:nvPr/>
        </p:nvSpPr>
        <p:spPr>
          <a:xfrm rot="5400000">
            <a:off x="7057629" y="3830032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20433C1-17D3-680A-2FF2-C60610E8FFD8}"/>
              </a:ext>
            </a:extLst>
          </p:cNvPr>
          <p:cNvSpPr txBox="1"/>
          <p:nvPr/>
        </p:nvSpPr>
        <p:spPr>
          <a:xfrm rot="16200000">
            <a:off x="5131745" y="4072946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latin typeface="Material Design Icons" panose="02000503000000000000" pitchFamily="2" charset="0"/>
              </a:rPr>
              <a:t>󰁏 </a:t>
            </a:r>
            <a:endParaRPr lang="de-DE" sz="18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488EAD4-16F4-936E-47C8-74F094946906}"/>
              </a:ext>
            </a:extLst>
          </p:cNvPr>
          <p:cNvSpPr txBox="1"/>
          <p:nvPr/>
        </p:nvSpPr>
        <p:spPr>
          <a:xfrm rot="5400000">
            <a:off x="5640919" y="3834174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A3164037-7AF3-38BD-C2A6-DC9EAF6EDA74}"/>
              </a:ext>
            </a:extLst>
          </p:cNvPr>
          <p:cNvCxnSpPr>
            <a:cxnSpLocks/>
            <a:stCxn id="22" idx="1"/>
          </p:cNvCxnSpPr>
          <p:nvPr/>
        </p:nvCxnSpPr>
        <p:spPr>
          <a:xfrm rot="5400000" flipH="1" flipV="1">
            <a:off x="6072793" y="3478332"/>
            <a:ext cx="191187" cy="1720329"/>
          </a:xfrm>
          <a:prstGeom prst="bentConnector4">
            <a:avLst>
              <a:gd name="adj1" fmla="val -119569"/>
              <a:gd name="adj2" fmla="val 9997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711C7250-7182-50E0-314A-B91B277623F4}"/>
              </a:ext>
            </a:extLst>
          </p:cNvPr>
          <p:cNvCxnSpPr>
            <a:cxnSpLocks/>
            <a:stCxn id="43" idx="3"/>
            <a:endCxn id="18" idx="3"/>
          </p:cNvCxnSpPr>
          <p:nvPr/>
        </p:nvCxnSpPr>
        <p:spPr>
          <a:xfrm rot="10800000" flipH="1" flipV="1">
            <a:off x="7636752" y="3618998"/>
            <a:ext cx="933228" cy="289480"/>
          </a:xfrm>
          <a:prstGeom prst="bentConnector3">
            <a:avLst>
              <a:gd name="adj1" fmla="val 68893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3C5D6A94-1B67-237B-9C08-57B28036EE8D}"/>
              </a:ext>
            </a:extLst>
          </p:cNvPr>
          <p:cNvCxnSpPr>
            <a:stCxn id="23" idx="3"/>
            <a:endCxn id="21" idx="3"/>
          </p:cNvCxnSpPr>
          <p:nvPr/>
        </p:nvCxnSpPr>
        <p:spPr>
          <a:xfrm rot="5400000" flipH="1" flipV="1">
            <a:off x="6523681" y="3484892"/>
            <a:ext cx="4142" cy="1416710"/>
          </a:xfrm>
          <a:prstGeom prst="bentConnector3">
            <a:avLst>
              <a:gd name="adj1" fmla="val -571675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88BDE571-D662-3A44-9D36-EEC5F1163253}"/>
              </a:ext>
            </a:extLst>
          </p:cNvPr>
          <p:cNvSpPr txBox="1"/>
          <p:nvPr/>
        </p:nvSpPr>
        <p:spPr>
          <a:xfrm>
            <a:off x="6294970" y="4402246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5V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AC8CBA7D-5B15-E74E-CB92-9FEAABFAE457}"/>
              </a:ext>
            </a:extLst>
          </p:cNvPr>
          <p:cNvSpPr txBox="1"/>
          <p:nvPr/>
        </p:nvSpPr>
        <p:spPr>
          <a:xfrm>
            <a:off x="6265756" y="4608682"/>
            <a:ext cx="27478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/>
              <a:t>common</a:t>
            </a:r>
            <a:r>
              <a:rPr lang="de-DE" sz="1050" dirty="0"/>
              <a:t> GND (ESP, Relay, Boost Converter)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8798180-1D31-5F1C-2290-CE75EF75DA81}"/>
              </a:ext>
            </a:extLst>
          </p:cNvPr>
          <p:cNvSpPr/>
          <p:nvPr/>
        </p:nvSpPr>
        <p:spPr>
          <a:xfrm>
            <a:off x="7433733" y="3483294"/>
            <a:ext cx="325253" cy="532681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2" name="Grafik 81">
            <a:extLst>
              <a:ext uri="{FF2B5EF4-FFF2-40B4-BE49-F238E27FC236}">
                <a16:creationId xmlns:a16="http://schemas.microsoft.com/office/drawing/2014/main" id="{F6E34081-F45B-C2BE-EA8D-D477B6C29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18773" y="3604565"/>
            <a:ext cx="290138" cy="290138"/>
          </a:xfrm>
          <a:prstGeom prst="rect">
            <a:avLst/>
          </a:prstGeom>
        </p:spPr>
      </p:pic>
      <p:sp>
        <p:nvSpPr>
          <p:cNvPr id="84" name="Textfeld 83">
            <a:extLst>
              <a:ext uri="{FF2B5EF4-FFF2-40B4-BE49-F238E27FC236}">
                <a16:creationId xmlns:a16="http://schemas.microsoft.com/office/drawing/2014/main" id="{6B0C2F1B-8F94-EAA7-5185-778D727B42B7}"/>
              </a:ext>
            </a:extLst>
          </p:cNvPr>
          <p:cNvSpPr txBox="1"/>
          <p:nvPr/>
        </p:nvSpPr>
        <p:spPr>
          <a:xfrm>
            <a:off x="7413467" y="3717731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F3DEE7E-7C44-67C0-6CEC-AAF59525EB1B}"/>
              </a:ext>
            </a:extLst>
          </p:cNvPr>
          <p:cNvSpPr txBox="1"/>
          <p:nvPr/>
        </p:nvSpPr>
        <p:spPr>
          <a:xfrm rot="10800000">
            <a:off x="7636752" y="3434332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41B3B4B-494F-DB86-892F-9EB9DB62F236}"/>
              </a:ext>
            </a:extLst>
          </p:cNvPr>
          <p:cNvSpPr txBox="1"/>
          <p:nvPr/>
        </p:nvSpPr>
        <p:spPr>
          <a:xfrm rot="10800000">
            <a:off x="8569980" y="3723812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1010FFF4-8E90-D111-1DE4-2723A847ADF1}"/>
              </a:ext>
            </a:extLst>
          </p:cNvPr>
          <p:cNvGrpSpPr/>
          <p:nvPr/>
        </p:nvGrpSpPr>
        <p:grpSpPr>
          <a:xfrm>
            <a:off x="10968260" y="3101139"/>
            <a:ext cx="946010" cy="1091991"/>
            <a:chOff x="9321031" y="2472414"/>
            <a:chExt cx="946010" cy="1091991"/>
          </a:xfrm>
        </p:grpSpPr>
        <p:sp>
          <p:nvSpPr>
            <p:cNvPr id="90" name="Rechteck: abgerundete Ecken 89">
              <a:extLst>
                <a:ext uri="{FF2B5EF4-FFF2-40B4-BE49-F238E27FC236}">
                  <a16:creationId xmlns:a16="http://schemas.microsoft.com/office/drawing/2014/main" id="{6805547E-176B-980A-117B-26581A0FD471}"/>
                </a:ext>
              </a:extLst>
            </p:cNvPr>
            <p:cNvSpPr/>
            <p:nvPr/>
          </p:nvSpPr>
          <p:spPr>
            <a:xfrm>
              <a:off x="9555416" y="2472414"/>
              <a:ext cx="711625" cy="1091991"/>
            </a:xfrm>
            <a:prstGeom prst="roundRect">
              <a:avLst>
                <a:gd name="adj" fmla="val 6628"/>
              </a:avLst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1200" dirty="0">
                  <a:solidFill>
                    <a:schemeClr val="bg1">
                      <a:lumMod val="85000"/>
                    </a:schemeClr>
                  </a:solidFill>
                </a:rPr>
                <a:t>Sensor</a:t>
              </a:r>
              <a:br>
                <a:rPr lang="de-DE" sz="1200" dirty="0">
                  <a:solidFill>
                    <a:schemeClr val="bg1">
                      <a:lumMod val="85000"/>
                    </a:schemeClr>
                  </a:solidFill>
                </a:rPr>
              </a:br>
              <a:r>
                <a:rPr lang="de-DE" sz="1200" dirty="0">
                  <a:solidFill>
                    <a:schemeClr val="bg1">
                      <a:lumMod val="85000"/>
                    </a:schemeClr>
                  </a:solidFill>
                </a:rPr>
                <a:t>TL-136</a:t>
              </a:r>
            </a:p>
          </p:txBody>
        </p:sp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635D4E5D-98CB-9921-37A1-3A9CC9B2FE50}"/>
                </a:ext>
              </a:extLst>
            </p:cNvPr>
            <p:cNvSpPr txBox="1"/>
            <p:nvPr/>
          </p:nvSpPr>
          <p:spPr>
            <a:xfrm rot="21447778">
              <a:off x="9321031" y="2806764"/>
              <a:ext cx="3529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800" dirty="0">
                  <a:latin typeface="Material Design Icons" panose="02000503000000000000" pitchFamily="2" charset="0"/>
                </a:rPr>
                <a:t>󰁏 </a:t>
              </a:r>
              <a:endParaRPr lang="de-DE" sz="1800" dirty="0"/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EDD25A6D-EEEB-060F-5BA9-0CB97234F981}"/>
                </a:ext>
              </a:extLst>
            </p:cNvPr>
            <p:cNvSpPr txBox="1"/>
            <p:nvPr/>
          </p:nvSpPr>
          <p:spPr>
            <a:xfrm rot="10800000">
              <a:off x="9543991" y="3081659"/>
              <a:ext cx="3529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800" dirty="0">
                  <a:solidFill>
                    <a:srgbClr val="FF0000"/>
                  </a:solidFill>
                  <a:latin typeface="Material Design Icons" panose="02000503000000000000" pitchFamily="2" charset="0"/>
                </a:rPr>
                <a:t>󰁏 </a:t>
              </a:r>
              <a:endParaRPr lang="de-DE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35999C30-6000-73EB-2F58-74111F6D601D}"/>
              </a:ext>
            </a:extLst>
          </p:cNvPr>
          <p:cNvSpPr txBox="1"/>
          <p:nvPr/>
        </p:nvSpPr>
        <p:spPr>
          <a:xfrm rot="10800000">
            <a:off x="9433936" y="3705027"/>
            <a:ext cx="301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rgbClr val="FF0000"/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rgbClr val="FF0000"/>
              </a:solidFill>
            </a:endParaRPr>
          </a:p>
        </p:txBody>
      </p:sp>
      <p:cxnSp>
        <p:nvCxnSpPr>
          <p:cNvPr id="94" name="Verbinder: gewinkelt 93">
            <a:extLst>
              <a:ext uri="{FF2B5EF4-FFF2-40B4-BE49-F238E27FC236}">
                <a16:creationId xmlns:a16="http://schemas.microsoft.com/office/drawing/2014/main" id="{34863B42-6EF4-0737-2BEA-633391918C21}"/>
              </a:ext>
            </a:extLst>
          </p:cNvPr>
          <p:cNvCxnSpPr>
            <a:cxnSpLocks/>
            <a:stCxn id="23" idx="3"/>
            <a:endCxn id="84" idx="3"/>
          </p:cNvCxnSpPr>
          <p:nvPr/>
        </p:nvCxnSpPr>
        <p:spPr>
          <a:xfrm rot="5400000" flipH="1" flipV="1">
            <a:off x="6645448" y="3074345"/>
            <a:ext cx="292921" cy="1949025"/>
          </a:xfrm>
          <a:prstGeom prst="bentConnector4">
            <a:avLst>
              <a:gd name="adj1" fmla="val -80837"/>
              <a:gd name="adj2" fmla="val 11140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0BD6D6DD-10E2-817D-74EF-71FB19EBD21A}"/>
              </a:ext>
            </a:extLst>
          </p:cNvPr>
          <p:cNvSpPr txBox="1"/>
          <p:nvPr/>
        </p:nvSpPr>
        <p:spPr>
          <a:xfrm>
            <a:off x="8238501" y="3881598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5V</a:t>
            </a:r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69E3A71C-4509-D98F-AC48-5DA38308D959}"/>
              </a:ext>
            </a:extLst>
          </p:cNvPr>
          <p:cNvCxnSpPr>
            <a:cxnSpLocks/>
            <a:stCxn id="92" idx="3"/>
          </p:cNvCxnSpPr>
          <p:nvPr/>
        </p:nvCxnSpPr>
        <p:spPr>
          <a:xfrm rot="10800000" flipV="1">
            <a:off x="9605162" y="3895049"/>
            <a:ext cx="1586059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feld 105">
            <a:extLst>
              <a:ext uri="{FF2B5EF4-FFF2-40B4-BE49-F238E27FC236}">
                <a16:creationId xmlns:a16="http://schemas.microsoft.com/office/drawing/2014/main" id="{A20CE1C5-01F7-15C5-B367-6C0A9E2691B7}"/>
              </a:ext>
            </a:extLst>
          </p:cNvPr>
          <p:cNvSpPr txBox="1"/>
          <p:nvPr/>
        </p:nvSpPr>
        <p:spPr>
          <a:xfrm>
            <a:off x="9547311" y="3838220"/>
            <a:ext cx="4074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24V</a:t>
            </a:r>
          </a:p>
        </p:txBody>
      </p: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7299061C-FDE6-9D11-9D8F-098F0C441931}"/>
              </a:ext>
            </a:extLst>
          </p:cNvPr>
          <p:cNvGrpSpPr/>
          <p:nvPr/>
        </p:nvGrpSpPr>
        <p:grpSpPr>
          <a:xfrm>
            <a:off x="9929054" y="3092740"/>
            <a:ext cx="918156" cy="538780"/>
            <a:chOff x="7498131" y="2747621"/>
            <a:chExt cx="918156" cy="538780"/>
          </a:xfrm>
        </p:grpSpPr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6FED347B-55B8-0AFE-F9DB-B8686C1D1F4B}"/>
                </a:ext>
              </a:extLst>
            </p:cNvPr>
            <p:cNvSpPr/>
            <p:nvPr/>
          </p:nvSpPr>
          <p:spPr>
            <a:xfrm>
              <a:off x="7729200" y="2747621"/>
              <a:ext cx="664957" cy="538780"/>
            </a:xfrm>
            <a:prstGeom prst="roundRect">
              <a:avLst>
                <a:gd name="adj" fmla="val 6628"/>
              </a:avLst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Shunt</a:t>
              </a:r>
              <a:br>
                <a:rPr lang="de-DE" sz="12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</a:br>
              <a:r>
                <a:rPr lang="de-DE" sz="12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150 </a:t>
              </a:r>
              <a:r>
                <a:rPr lang="el-GR" sz="12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Ω</a:t>
              </a:r>
              <a:br>
                <a:rPr lang="de-DE" sz="12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</a:br>
              <a:r>
                <a:rPr lang="de-DE" sz="800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(&lt;=0.25W)</a:t>
              </a:r>
              <a:endParaRPr lang="de-DE" sz="1200" dirty="0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8A9025B2-808C-A5F7-B8E1-7612EFB5CA62}"/>
                </a:ext>
              </a:extLst>
            </p:cNvPr>
            <p:cNvSpPr txBox="1"/>
            <p:nvPr/>
          </p:nvSpPr>
          <p:spPr>
            <a:xfrm rot="21447778">
              <a:off x="7498131" y="2843203"/>
              <a:ext cx="3529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800" dirty="0">
                  <a:latin typeface="Material Design Icons" panose="02000503000000000000" pitchFamily="2" charset="0"/>
                </a:rPr>
                <a:t>󰁏 </a:t>
              </a:r>
              <a:endParaRPr lang="de-DE" sz="1800" dirty="0"/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C26C70EA-C4A8-473B-9234-24D6D220E347}"/>
                </a:ext>
              </a:extLst>
            </p:cNvPr>
            <p:cNvSpPr txBox="1"/>
            <p:nvPr/>
          </p:nvSpPr>
          <p:spPr>
            <a:xfrm rot="21447778">
              <a:off x="8063332" y="2832345"/>
              <a:ext cx="3529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1800" dirty="0">
                  <a:latin typeface="Material Design Icons" panose="02000503000000000000" pitchFamily="2" charset="0"/>
                </a:rPr>
                <a:t>󰁏 </a:t>
              </a:r>
              <a:endParaRPr lang="de-DE" sz="1800" dirty="0"/>
            </a:p>
          </p:txBody>
        </p:sp>
      </p:grp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9899988B-866B-0DD3-AE50-F23E858094E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79855" y="3875205"/>
            <a:ext cx="636120" cy="6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EE9D51AD-D4D8-F0EC-8E1B-9192A4F2C702}"/>
              </a:ext>
            </a:extLst>
          </p:cNvPr>
          <p:cNvSpPr txBox="1"/>
          <p:nvPr/>
        </p:nvSpPr>
        <p:spPr>
          <a:xfrm>
            <a:off x="6525442" y="3702042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Material Design Icons" panose="02000503000000000000" pitchFamily="2" charset="0"/>
              </a:rPr>
              <a:t>󰁏 </a:t>
            </a:r>
            <a:endParaRPr lang="de-DE" sz="1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646ADF1-3041-DC7B-68A8-EF44AF97982E}"/>
              </a:ext>
            </a:extLst>
          </p:cNvPr>
          <p:cNvSpPr txBox="1"/>
          <p:nvPr/>
        </p:nvSpPr>
        <p:spPr>
          <a:xfrm>
            <a:off x="5726900" y="3690539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Material Design Icons" panose="02000503000000000000" pitchFamily="2" charset="0"/>
              </a:rPr>
              <a:t>󰁖       </a:t>
            </a:r>
            <a:endParaRPr lang="de-DE" sz="1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4EB8E8B5-9E89-35CC-847B-FC7BDE464079}"/>
              </a:ext>
            </a:extLst>
          </p:cNvPr>
          <p:cNvSpPr txBox="1"/>
          <p:nvPr/>
        </p:nvSpPr>
        <p:spPr>
          <a:xfrm>
            <a:off x="5803913" y="359702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D5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6E378474-74A0-4E40-BAA9-E73A36F98799}"/>
              </a:ext>
            </a:extLst>
          </p:cNvPr>
          <p:cNvSpPr txBox="1"/>
          <p:nvPr/>
        </p:nvSpPr>
        <p:spPr>
          <a:xfrm>
            <a:off x="6689523" y="3585470"/>
            <a:ext cx="285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in</a:t>
            </a: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4EFD62F7-9D91-46D3-6E30-E141EF2FB627}"/>
              </a:ext>
            </a:extLst>
          </p:cNvPr>
          <p:cNvSpPr txBox="1"/>
          <p:nvPr/>
        </p:nvSpPr>
        <p:spPr>
          <a:xfrm rot="10800000">
            <a:off x="5958355" y="2815193"/>
            <a:ext cx="35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Material Design Icons" panose="02000503000000000000" pitchFamily="2" charset="0"/>
              </a:rPr>
              <a:t>󰁖       </a:t>
            </a:r>
            <a:endParaRPr lang="de-DE" sz="18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88AE59C0-8C82-8FB4-0AE4-4EC9920DCD47}"/>
              </a:ext>
            </a:extLst>
          </p:cNvPr>
          <p:cNvSpPr txBox="1"/>
          <p:nvPr/>
        </p:nvSpPr>
        <p:spPr>
          <a:xfrm>
            <a:off x="5826768" y="3056955"/>
            <a:ext cx="3289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A0</a:t>
            </a:r>
          </a:p>
        </p:txBody>
      </p:sp>
      <p:cxnSp>
        <p:nvCxnSpPr>
          <p:cNvPr id="131" name="Verbinder: gewinkelt 130">
            <a:extLst>
              <a:ext uri="{FF2B5EF4-FFF2-40B4-BE49-F238E27FC236}">
                <a16:creationId xmlns:a16="http://schemas.microsoft.com/office/drawing/2014/main" id="{81DC5B9B-2511-C42F-904C-09857D418223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10847037" y="3354318"/>
            <a:ext cx="316263" cy="25024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Verbinder: gewinkelt 160">
            <a:extLst>
              <a:ext uri="{FF2B5EF4-FFF2-40B4-BE49-F238E27FC236}">
                <a16:creationId xmlns:a16="http://schemas.microsoft.com/office/drawing/2014/main" id="{F414F47E-0C1D-DDA7-211C-4E8CF0C8F2F8}"/>
              </a:ext>
            </a:extLst>
          </p:cNvPr>
          <p:cNvCxnSpPr/>
          <p:nvPr/>
        </p:nvCxnSpPr>
        <p:spPr>
          <a:xfrm rot="10800000">
            <a:off x="6154057" y="3001498"/>
            <a:ext cx="4692981" cy="359394"/>
          </a:xfrm>
          <a:prstGeom prst="bentConnector3">
            <a:avLst>
              <a:gd name="adj1" fmla="val -3420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3" name="Rechteck: abgerundete Ecken 162">
            <a:extLst>
              <a:ext uri="{FF2B5EF4-FFF2-40B4-BE49-F238E27FC236}">
                <a16:creationId xmlns:a16="http://schemas.microsoft.com/office/drawing/2014/main" id="{16B22278-A0AE-E178-2F40-0189026A84D7}"/>
              </a:ext>
            </a:extLst>
          </p:cNvPr>
          <p:cNvSpPr/>
          <p:nvPr/>
        </p:nvSpPr>
        <p:spPr>
          <a:xfrm>
            <a:off x="6952725" y="2843785"/>
            <a:ext cx="492155" cy="319445"/>
          </a:xfrm>
          <a:prstGeom prst="roundRect">
            <a:avLst>
              <a:gd name="adj" fmla="val 662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1k</a:t>
            </a:r>
            <a:r>
              <a:rPr lang="el-G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Ω</a:t>
            </a:r>
            <a:br>
              <a:rPr lang="de-DE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de-DE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(</a:t>
            </a:r>
            <a:r>
              <a:rPr lang="de-DE" sz="10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opt</a:t>
            </a:r>
            <a:r>
              <a:rPr lang="de-DE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.)</a:t>
            </a:r>
          </a:p>
        </p:txBody>
      </p: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BD317C95-84BE-75BE-3BFF-64ED079B49C7}"/>
              </a:ext>
            </a:extLst>
          </p:cNvPr>
          <p:cNvCxnSpPr>
            <a:stCxn id="23" idx="3"/>
          </p:cNvCxnSpPr>
          <p:nvPr/>
        </p:nvCxnSpPr>
        <p:spPr>
          <a:xfrm flipH="1">
            <a:off x="5817396" y="4195318"/>
            <a:ext cx="1" cy="6482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537E528D-78F4-7068-3F76-37B9EA6FE12C}"/>
              </a:ext>
            </a:extLst>
          </p:cNvPr>
          <p:cNvCxnSpPr/>
          <p:nvPr/>
        </p:nvCxnSpPr>
        <p:spPr>
          <a:xfrm>
            <a:off x="5308223" y="4242903"/>
            <a:ext cx="0" cy="6006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94C80DCD-6780-2C71-0170-3A24D4543874}"/>
              </a:ext>
            </a:extLst>
          </p:cNvPr>
          <p:cNvSpPr/>
          <p:nvPr/>
        </p:nvSpPr>
        <p:spPr>
          <a:xfrm>
            <a:off x="5258379" y="4745562"/>
            <a:ext cx="104774" cy="104774"/>
          </a:xfrm>
          <a:prstGeom prst="ellips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7ABF0B38-32E9-A3FB-53CC-89BE79061AFC}"/>
              </a:ext>
            </a:extLst>
          </p:cNvPr>
          <p:cNvSpPr/>
          <p:nvPr/>
        </p:nvSpPr>
        <p:spPr>
          <a:xfrm>
            <a:off x="5763476" y="4745562"/>
            <a:ext cx="104774" cy="10477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1" name="Verbinder: gewinkelt 180">
            <a:extLst>
              <a:ext uri="{FF2B5EF4-FFF2-40B4-BE49-F238E27FC236}">
                <a16:creationId xmlns:a16="http://schemas.microsoft.com/office/drawing/2014/main" id="{68EE7348-20B5-58AE-EAB8-4981ADDF0668}"/>
              </a:ext>
            </a:extLst>
          </p:cNvPr>
          <p:cNvCxnSpPr>
            <a:endCxn id="20" idx="1"/>
          </p:cNvCxnSpPr>
          <p:nvPr/>
        </p:nvCxnSpPr>
        <p:spPr>
          <a:xfrm rot="10800000" flipV="1">
            <a:off x="7028555" y="4292771"/>
            <a:ext cx="1777679" cy="131869"/>
          </a:xfrm>
          <a:prstGeom prst="bentConnector4">
            <a:avLst>
              <a:gd name="adj1" fmla="val -240"/>
              <a:gd name="adj2" fmla="val 27956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Verbinder: gewinkelt 185">
            <a:extLst>
              <a:ext uri="{FF2B5EF4-FFF2-40B4-BE49-F238E27FC236}">
                <a16:creationId xmlns:a16="http://schemas.microsoft.com/office/drawing/2014/main" id="{085C8D91-C242-8505-E19F-21D7C205A349}"/>
              </a:ext>
            </a:extLst>
          </p:cNvPr>
          <p:cNvCxnSpPr>
            <a:cxnSpLocks/>
            <a:stCxn id="67" idx="1"/>
            <a:endCxn id="17" idx="1"/>
          </p:cNvCxnSpPr>
          <p:nvPr/>
        </p:nvCxnSpPr>
        <p:spPr>
          <a:xfrm rot="10800000" flipV="1">
            <a:off x="8812409" y="3362129"/>
            <a:ext cx="1347714" cy="1085957"/>
          </a:xfrm>
          <a:prstGeom prst="bentConnector4">
            <a:avLst>
              <a:gd name="adj1" fmla="val 9058"/>
              <a:gd name="adj2" fmla="val 11939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87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Breitbild</PresentationFormat>
  <Paragraphs>42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Material Design Icons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Manuel Singer</cp:lastModifiedBy>
  <cp:revision>10</cp:revision>
  <dcterms:created xsi:type="dcterms:W3CDTF">2025-11-17T12:03:58Z</dcterms:created>
  <dcterms:modified xsi:type="dcterms:W3CDTF">2025-11-25T07:05:57Z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CONFIDENTIAL</vt:lpwstr>
  </property>
</Properties>
</file>